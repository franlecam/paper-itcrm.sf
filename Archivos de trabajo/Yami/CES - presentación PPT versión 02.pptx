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60" r:id="rId4"/>
    <p:sldId id="263" r:id="rId5"/>
    <p:sldId id="261" r:id="rId6"/>
    <p:sldId id="262" r:id="rId7"/>
    <p:sldId id="259" r:id="rId8"/>
  </p:sldIdLst>
  <p:sldSz cx="12192000" cy="6858000"/>
  <p:notesSz cx="6858000" cy="9144000"/>
  <p:defaultTextStyle>
    <a:defPPr>
      <a:defRPr lang="es-A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44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amila Sonder" userId="bd03ae9016654ccc" providerId="LiveId" clId="{E0EB2C10-073A-4D13-B380-B11373A0D25D}"/>
    <pc:docChg chg="undo custSel addSld delSld modSld sldOrd">
      <pc:chgData name="Yamila Sonder" userId="bd03ae9016654ccc" providerId="LiveId" clId="{E0EB2C10-073A-4D13-B380-B11373A0D25D}" dt="2026-02-09T00:56:46.153" v="514" actId="1037"/>
      <pc:docMkLst>
        <pc:docMk/>
      </pc:docMkLst>
      <pc:sldChg chg="addSp modSp mod">
        <pc:chgData name="Yamila Sonder" userId="bd03ae9016654ccc" providerId="LiveId" clId="{E0EB2C10-073A-4D13-B380-B11373A0D25D}" dt="2026-02-09T00:56:40.851" v="513" actId="1036"/>
        <pc:sldMkLst>
          <pc:docMk/>
          <pc:sldMk cId="3246655295" sldId="256"/>
        </pc:sldMkLst>
        <pc:spChg chg="add mod">
          <ac:chgData name="Yamila Sonder" userId="bd03ae9016654ccc" providerId="LiveId" clId="{E0EB2C10-073A-4D13-B380-B11373A0D25D}" dt="2026-02-08T20:14:30.541" v="104" actId="1076"/>
          <ac:spMkLst>
            <pc:docMk/>
            <pc:sldMk cId="3246655295" sldId="256"/>
            <ac:spMk id="2" creationId="{65666721-813E-350A-4E4C-D6312BE0728D}"/>
          </ac:spMkLst>
        </pc:spChg>
        <pc:picChg chg="mod">
          <ac:chgData name="Yamila Sonder" userId="bd03ae9016654ccc" providerId="LiveId" clId="{E0EB2C10-073A-4D13-B380-B11373A0D25D}" dt="2026-02-09T00:56:40.851" v="513" actId="1036"/>
          <ac:picMkLst>
            <pc:docMk/>
            <pc:sldMk cId="3246655295" sldId="256"/>
            <ac:picMk id="5" creationId="{ABE2BDF7-1DE0-4F48-E8D4-7F6F0358456D}"/>
          </ac:picMkLst>
        </pc:picChg>
      </pc:sldChg>
      <pc:sldChg chg="del">
        <pc:chgData name="Yamila Sonder" userId="bd03ae9016654ccc" providerId="LiveId" clId="{E0EB2C10-073A-4D13-B380-B11373A0D25D}" dt="2026-02-08T20:12:06.644" v="0" actId="2696"/>
        <pc:sldMkLst>
          <pc:docMk/>
          <pc:sldMk cId="4224111785" sldId="257"/>
        </pc:sldMkLst>
      </pc:sldChg>
      <pc:sldChg chg="addSp modSp mod">
        <pc:chgData name="Yamila Sonder" userId="bd03ae9016654ccc" providerId="LiveId" clId="{E0EB2C10-073A-4D13-B380-B11373A0D25D}" dt="2026-02-09T00:56:06.702" v="472" actId="1036"/>
        <pc:sldMkLst>
          <pc:docMk/>
          <pc:sldMk cId="1528651842" sldId="258"/>
        </pc:sldMkLst>
        <pc:spChg chg="add mod">
          <ac:chgData name="Yamila Sonder" userId="bd03ae9016654ccc" providerId="LiveId" clId="{E0EB2C10-073A-4D13-B380-B11373A0D25D}" dt="2026-02-08T21:48:18.696" v="180" actId="20577"/>
          <ac:spMkLst>
            <pc:docMk/>
            <pc:sldMk cId="1528651842" sldId="258"/>
            <ac:spMk id="2" creationId="{45D6B7AC-C4BB-D67A-E510-0859C1F11532}"/>
          </ac:spMkLst>
        </pc:spChg>
        <pc:spChg chg="add mod">
          <ac:chgData name="Yamila Sonder" userId="bd03ae9016654ccc" providerId="LiveId" clId="{E0EB2C10-073A-4D13-B380-B11373A0D25D}" dt="2026-02-09T00:33:14.013" v="434"/>
          <ac:spMkLst>
            <pc:docMk/>
            <pc:sldMk cId="1528651842" sldId="258"/>
            <ac:spMk id="3" creationId="{681CB091-B273-1C27-A1C4-4328D4ACE89D}"/>
          </ac:spMkLst>
        </pc:spChg>
        <pc:picChg chg="mod">
          <ac:chgData name="Yamila Sonder" userId="bd03ae9016654ccc" providerId="LiveId" clId="{E0EB2C10-073A-4D13-B380-B11373A0D25D}" dt="2026-02-09T00:56:06.702" v="472" actId="1036"/>
          <ac:picMkLst>
            <pc:docMk/>
            <pc:sldMk cId="1528651842" sldId="258"/>
            <ac:picMk id="4" creationId="{C10CEDF8-C788-72B6-E9E6-EBC4268C7B97}"/>
          </ac:picMkLst>
        </pc:picChg>
      </pc:sldChg>
      <pc:sldChg chg="new del">
        <pc:chgData name="Yamila Sonder" userId="bd03ae9016654ccc" providerId="LiveId" clId="{E0EB2C10-073A-4D13-B380-B11373A0D25D}" dt="2026-02-08T21:51:05.362" v="348" actId="2696"/>
        <pc:sldMkLst>
          <pc:docMk/>
          <pc:sldMk cId="168158909" sldId="260"/>
        </pc:sldMkLst>
      </pc:sldChg>
      <pc:sldChg chg="addSp delSp modSp add mod">
        <pc:chgData name="Yamila Sonder" userId="bd03ae9016654ccc" providerId="LiveId" clId="{E0EB2C10-073A-4D13-B380-B11373A0D25D}" dt="2026-02-09T00:56:12.685" v="486" actId="1037"/>
        <pc:sldMkLst>
          <pc:docMk/>
          <pc:sldMk cId="1933044650" sldId="260"/>
        </pc:sldMkLst>
        <pc:spChg chg="del">
          <ac:chgData name="Yamila Sonder" userId="bd03ae9016654ccc" providerId="LiveId" clId="{E0EB2C10-073A-4D13-B380-B11373A0D25D}" dt="2026-02-08T21:51:11.631" v="350" actId="478"/>
          <ac:spMkLst>
            <pc:docMk/>
            <pc:sldMk cId="1933044650" sldId="260"/>
            <ac:spMk id="2" creationId="{ECD2290F-3477-318E-439F-EFF1360D9E50}"/>
          </ac:spMkLst>
        </pc:spChg>
        <pc:spChg chg="mod">
          <ac:chgData name="Yamila Sonder" userId="bd03ae9016654ccc" providerId="LiveId" clId="{E0EB2C10-073A-4D13-B380-B11373A0D25D}" dt="2026-02-08T23:58:26.614" v="385" actId="1076"/>
          <ac:spMkLst>
            <pc:docMk/>
            <pc:sldMk cId="1933044650" sldId="260"/>
            <ac:spMk id="3" creationId="{B5BE83B6-061C-B15A-9A95-DFB8F3E01CE1}"/>
          </ac:spMkLst>
        </pc:spChg>
        <pc:picChg chg="mod">
          <ac:chgData name="Yamila Sonder" userId="bd03ae9016654ccc" providerId="LiveId" clId="{E0EB2C10-073A-4D13-B380-B11373A0D25D}" dt="2026-02-09T00:56:12.685" v="486" actId="1037"/>
          <ac:picMkLst>
            <pc:docMk/>
            <pc:sldMk cId="1933044650" sldId="260"/>
            <ac:picMk id="4" creationId="{40FDB3CB-7FF1-4705-787B-8F7AC43C87E6}"/>
          </ac:picMkLst>
        </pc:picChg>
        <pc:picChg chg="add mod">
          <ac:chgData name="Yamila Sonder" userId="bd03ae9016654ccc" providerId="LiveId" clId="{E0EB2C10-073A-4D13-B380-B11373A0D25D}" dt="2026-02-09T00:45:56.519" v="439" actId="1076"/>
          <ac:picMkLst>
            <pc:docMk/>
            <pc:sldMk cId="1933044650" sldId="260"/>
            <ac:picMk id="1026" creationId="{8ABD6F65-13CB-C1CF-C18F-FFF5FD4EAECA}"/>
          </ac:picMkLst>
        </pc:picChg>
        <pc:picChg chg="add mod">
          <ac:chgData name="Yamila Sonder" userId="bd03ae9016654ccc" providerId="LiveId" clId="{E0EB2C10-073A-4D13-B380-B11373A0D25D}" dt="2026-02-09T00:47:56.649" v="452" actId="1076"/>
          <ac:picMkLst>
            <pc:docMk/>
            <pc:sldMk cId="1933044650" sldId="260"/>
            <ac:picMk id="1028" creationId="{0A50C981-7984-2E7C-C8ED-170A3BEF124D}"/>
          </ac:picMkLst>
        </pc:picChg>
      </pc:sldChg>
      <pc:sldChg chg="modSp add mod">
        <pc:chgData name="Yamila Sonder" userId="bd03ae9016654ccc" providerId="LiveId" clId="{E0EB2C10-073A-4D13-B380-B11373A0D25D}" dt="2026-02-09T00:56:23.439" v="512" actId="1037"/>
        <pc:sldMkLst>
          <pc:docMk/>
          <pc:sldMk cId="1740647609" sldId="261"/>
        </pc:sldMkLst>
        <pc:spChg chg="mod">
          <ac:chgData name="Yamila Sonder" userId="bd03ae9016654ccc" providerId="LiveId" clId="{E0EB2C10-073A-4D13-B380-B11373A0D25D}" dt="2026-02-09T00:06:51.692" v="404"/>
          <ac:spMkLst>
            <pc:docMk/>
            <pc:sldMk cId="1740647609" sldId="261"/>
            <ac:spMk id="3" creationId="{DB2B2130-26AF-3119-EB54-98BD491B557A}"/>
          </ac:spMkLst>
        </pc:spChg>
        <pc:picChg chg="mod">
          <ac:chgData name="Yamila Sonder" userId="bd03ae9016654ccc" providerId="LiveId" clId="{E0EB2C10-073A-4D13-B380-B11373A0D25D}" dt="2026-02-09T00:56:23.439" v="512" actId="1037"/>
          <ac:picMkLst>
            <pc:docMk/>
            <pc:sldMk cId="1740647609" sldId="261"/>
            <ac:picMk id="4" creationId="{8B26F119-A062-69C3-2559-402447F360C3}"/>
          </ac:picMkLst>
        </pc:picChg>
      </pc:sldChg>
      <pc:sldChg chg="modSp add mod">
        <pc:chgData name="Yamila Sonder" userId="bd03ae9016654ccc" providerId="LiveId" clId="{E0EB2C10-073A-4D13-B380-B11373A0D25D}" dt="2026-02-09T00:55:57.351" v="471" actId="1036"/>
        <pc:sldMkLst>
          <pc:docMk/>
          <pc:sldMk cId="1101920774" sldId="262"/>
        </pc:sldMkLst>
        <pc:spChg chg="mod">
          <ac:chgData name="Yamila Sonder" userId="bd03ae9016654ccc" providerId="LiveId" clId="{E0EB2C10-073A-4D13-B380-B11373A0D25D}" dt="2026-02-09T00:55:05.816" v="457" actId="14100"/>
          <ac:spMkLst>
            <pc:docMk/>
            <pc:sldMk cId="1101920774" sldId="262"/>
            <ac:spMk id="3" creationId="{BCC49EA3-F184-1E2F-DBF2-5686A9F344F4}"/>
          </ac:spMkLst>
        </pc:spChg>
        <pc:picChg chg="mod">
          <ac:chgData name="Yamila Sonder" userId="bd03ae9016654ccc" providerId="LiveId" clId="{E0EB2C10-073A-4D13-B380-B11373A0D25D}" dt="2026-02-09T00:55:57.351" v="471" actId="1036"/>
          <ac:picMkLst>
            <pc:docMk/>
            <pc:sldMk cId="1101920774" sldId="262"/>
            <ac:picMk id="4" creationId="{DAEF3063-D496-6507-31B4-43B255B02B40}"/>
          </ac:picMkLst>
        </pc:picChg>
      </pc:sldChg>
      <pc:sldChg chg="addSp delSp modSp add mod ord">
        <pc:chgData name="Yamila Sonder" userId="bd03ae9016654ccc" providerId="LiveId" clId="{E0EB2C10-073A-4D13-B380-B11373A0D25D}" dt="2026-02-09T00:56:46.153" v="514" actId="1037"/>
        <pc:sldMkLst>
          <pc:docMk/>
          <pc:sldMk cId="3097799983" sldId="263"/>
        </pc:sldMkLst>
        <pc:spChg chg="del mod">
          <ac:chgData name="Yamila Sonder" userId="bd03ae9016654ccc" providerId="LiveId" clId="{E0EB2C10-073A-4D13-B380-B11373A0D25D}" dt="2026-02-09T00:46:52.893" v="447" actId="478"/>
          <ac:spMkLst>
            <pc:docMk/>
            <pc:sldMk cId="3097799983" sldId="263"/>
            <ac:spMk id="3" creationId="{7225846E-F48F-0105-6AF5-3257413C95B2}"/>
          </ac:spMkLst>
        </pc:spChg>
        <pc:spChg chg="add del mod">
          <ac:chgData name="Yamila Sonder" userId="bd03ae9016654ccc" providerId="LiveId" clId="{E0EB2C10-073A-4D13-B380-B11373A0D25D}" dt="2026-02-09T00:47:00.502" v="449" actId="1076"/>
          <ac:spMkLst>
            <pc:docMk/>
            <pc:sldMk cId="3097799983" sldId="263"/>
            <ac:spMk id="5" creationId="{A07648F0-D8B2-B7CC-AEDC-20ED0B7F7155}"/>
          </ac:spMkLst>
        </pc:spChg>
        <pc:graphicFrameChg chg="add del mod">
          <ac:chgData name="Yamila Sonder" userId="bd03ae9016654ccc" providerId="LiveId" clId="{E0EB2C10-073A-4D13-B380-B11373A0D25D}" dt="2026-02-09T00:46:55.295" v="448" actId="1076"/>
          <ac:graphicFrameMkLst>
            <pc:docMk/>
            <pc:sldMk cId="3097799983" sldId="263"/>
            <ac:graphicFrameMk id="2" creationId="{D8FE13B4-55BC-BE68-1F9F-6C3843F421E8}"/>
          </ac:graphicFrameMkLst>
        </pc:graphicFrameChg>
        <pc:picChg chg="mod">
          <ac:chgData name="Yamila Sonder" userId="bd03ae9016654ccc" providerId="LiveId" clId="{E0EB2C10-073A-4D13-B380-B11373A0D25D}" dt="2026-02-09T00:56:46.153" v="514" actId="1037"/>
          <ac:picMkLst>
            <pc:docMk/>
            <pc:sldMk cId="3097799983" sldId="263"/>
            <ac:picMk id="4" creationId="{5BE6E915-C0FC-7F06-2A6D-9BBA1444BB39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D9EC154-30E9-EF29-489C-B43B68BD4B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B15C3B6-09DB-71BD-5F46-DC389FA687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DB6ADB6-B33B-AE54-B375-E62581E3BA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193A1-2DAB-45D5-92F1-EB622BEC63D8}" type="datetimeFigureOut">
              <a:rPr lang="es-AR" smtClean="0"/>
              <a:t>8/2/2026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4F03F27-BE7B-3B43-CCE8-141813ABD1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8F99C53-DF2B-DF4E-94A4-EB4AAE0349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09482D-DF10-4C80-BB3E-80A640B00394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0553827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519968A-43A7-7D2C-A2E6-DB3882F7CB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CF4CB93-0F23-9887-CDE2-13CBA879AF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3CCAD1B-58A3-07AB-FD24-FF95DE8918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193A1-2DAB-45D5-92F1-EB622BEC63D8}" type="datetimeFigureOut">
              <a:rPr lang="es-AR" smtClean="0"/>
              <a:t>8/2/2026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2360B34-B3FD-47D1-FB59-4B34CD2250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278B881-DBE6-C35E-0A34-D8461B0AD4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09482D-DF10-4C80-BB3E-80A640B00394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4695269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8F687E5-06C3-BD6E-631A-3BBC57C18A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491D6B2-0F3C-C1F4-68CF-371A8A8012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A6057ED-E780-19A8-324E-5F3BD115C5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193A1-2DAB-45D5-92F1-EB622BEC63D8}" type="datetimeFigureOut">
              <a:rPr lang="es-AR" smtClean="0"/>
              <a:t>8/2/2026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C819255-3D2B-FB76-D7A5-31ADF5FED0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BBEDEAD-2AA0-92FB-B745-264ECA661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09482D-DF10-4C80-BB3E-80A640B00394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095715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DBE4C9-F9C0-E5A1-50DB-BAD0153676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F151AE2-2815-4E09-430C-ECBD0562CA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EEC1895-99D1-A76F-8BBE-47C4CB7831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9E3452E-2CB4-592E-0744-4CDB07C294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193A1-2DAB-45D5-92F1-EB622BEC63D8}" type="datetimeFigureOut">
              <a:rPr lang="es-AR" smtClean="0"/>
              <a:t>8/2/2026</a:t>
            </a:fld>
            <a:endParaRPr lang="es-A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5215361-241B-66D7-3228-261F80F17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21C0257-F93A-CCCC-0CD6-E40CF7CC6A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09482D-DF10-4C80-BB3E-80A640B00394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9497644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1CBC95A-9433-3981-B69F-79547655CA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1AEC650-EDE2-8972-05C3-0A46939A0E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75E8982-E4A7-6F67-4F97-F658549BC3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CC81A947-FF73-5310-2C6F-6A73EAD891A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75AC5D0E-40FC-7D2D-E95B-6BCF02DBE00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DFC438E0-9ED4-8652-2477-F8F719B350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193A1-2DAB-45D5-92F1-EB622BEC63D8}" type="datetimeFigureOut">
              <a:rPr lang="es-AR" smtClean="0"/>
              <a:t>8/2/2026</a:t>
            </a:fld>
            <a:endParaRPr lang="es-AR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B35B0B31-E7E8-3075-7C00-BDD4DE3059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AEA52677-0835-64C6-58BA-BB61D6C94A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09482D-DF10-4C80-BB3E-80A640B00394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8068534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C55E3F0-1C54-F246-DB6F-07C9027C5E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C5A28F39-7511-9ACB-0EE8-4B8849E3C3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193A1-2DAB-45D5-92F1-EB622BEC63D8}" type="datetimeFigureOut">
              <a:rPr lang="es-AR" smtClean="0"/>
              <a:t>8/2/2026</a:t>
            </a:fld>
            <a:endParaRPr lang="es-AR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D105F9BF-5C23-B0A9-ABB6-2A4FB4CF81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181FF16C-98E0-6F36-2201-275FC1F72D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09482D-DF10-4C80-BB3E-80A640B00394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6823986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320A0640-F59C-29BC-B63F-6BB2BFF2D8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193A1-2DAB-45D5-92F1-EB622BEC63D8}" type="datetimeFigureOut">
              <a:rPr lang="es-AR" smtClean="0"/>
              <a:t>8/2/2026</a:t>
            </a:fld>
            <a:endParaRPr lang="es-AR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C918BECD-D145-5850-ACE3-B8103448CF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D26A912-7B88-1E0B-E8A0-2AF5B46E67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09482D-DF10-4C80-BB3E-80A640B00394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6186466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B4A485-76C4-C202-27D6-EE144FF9C0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B2FE9EC-B7C3-1090-9D00-B8D4863F56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72D177A-4ECA-5CAB-7F5A-57B0FDA895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4DF096D-EE15-5BB1-D17E-8B9D0BE2E6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193A1-2DAB-45D5-92F1-EB622BEC63D8}" type="datetimeFigureOut">
              <a:rPr lang="es-AR" smtClean="0"/>
              <a:t>8/2/2026</a:t>
            </a:fld>
            <a:endParaRPr lang="es-A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E0C004B-AC11-B1D3-912D-E0D47B89B7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895C9C3-0DC2-B230-2B35-49E39325A6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09482D-DF10-4C80-BB3E-80A640B00394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6168703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DA695AF-F504-460B-4B61-BDFA4BF9F0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27086E57-C466-B934-6476-7B1FE9D5CBD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AR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1E6C6A2A-387A-87AA-6EFD-B17D040DB9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9D776AF-1267-CF99-3783-6675FF1C16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193A1-2DAB-45D5-92F1-EB622BEC63D8}" type="datetimeFigureOut">
              <a:rPr lang="es-AR" smtClean="0"/>
              <a:t>8/2/2026</a:t>
            </a:fld>
            <a:endParaRPr lang="es-A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B1CAD16-FA69-FC4F-E5C2-F76362DB99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5C5B05F-3A4B-FA60-9F47-775F9C5844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09482D-DF10-4C80-BB3E-80A640B00394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6452662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3697E9C-F87A-6E6A-F846-34373B8FE6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86A8BF5-3CC3-3DBB-6226-1BF42E89F8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3F5BDFD-205D-6DB6-140A-308AC3A19F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193A1-2DAB-45D5-92F1-EB622BEC63D8}" type="datetimeFigureOut">
              <a:rPr lang="es-AR" smtClean="0"/>
              <a:t>8/2/2026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423969C-A7AA-9F6C-C3B8-02D068C195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DEAD8EC-BE6B-51E8-C661-2E0B1EFE7B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09482D-DF10-4C80-BB3E-80A640B00394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6978544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5F85937B-5805-5DF1-9EB7-C855FDB12EF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E89B523C-F635-968A-AAF2-70F0163F81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9C530B9-26C6-30F6-6C95-972C31B0C2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193A1-2DAB-45D5-92F1-EB622BEC63D8}" type="datetimeFigureOut">
              <a:rPr lang="es-AR" smtClean="0"/>
              <a:t>8/2/2026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0D2EE5B-8D08-FFD5-9A03-765AF2CCD5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2A70773-0E2A-2AEE-D4AF-121F266C81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09482D-DF10-4C80-BB3E-80A640B00394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5566134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090E40EB-3E1B-C460-ED4D-C698BED216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F225B6E-FD87-4207-FBA2-831CE2A0A8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47EC728-2169-938C-FAE1-9D0664829F3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3D193A1-2DAB-45D5-92F1-EB622BEC63D8}" type="datetimeFigureOut">
              <a:rPr lang="es-AR" smtClean="0"/>
              <a:t>8/2/2026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C8B361D-F260-D504-D8B6-7D2903353A3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2CF07FC-1887-8B2D-A4F7-C605600FA3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E09482D-DF10-4C80-BB3E-80A640B00394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338312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A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Imagen que contiene Interfaz de usuario gráfica&#10;&#10;El contenido generado por IA puede ser incorrecto.">
            <a:extLst>
              <a:ext uri="{FF2B5EF4-FFF2-40B4-BE49-F238E27FC236}">
                <a16:creationId xmlns:a16="http://schemas.microsoft.com/office/drawing/2014/main" id="{ABE2BDF7-1DE0-4F48-E8D4-7F6F035845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855"/>
            <a:ext cx="12192000" cy="6857143"/>
          </a:xfrm>
          <a:prstGeom prst="rect">
            <a:avLst/>
          </a:prstGeom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65666721-813E-350A-4E4C-D6312BE0728D}"/>
              </a:ext>
            </a:extLst>
          </p:cNvPr>
          <p:cNvSpPr txBox="1"/>
          <p:nvPr/>
        </p:nvSpPr>
        <p:spPr>
          <a:xfrm>
            <a:off x="2187019" y="3429000"/>
            <a:ext cx="844641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Lucida Bright" panose="02040602050505020304" pitchFamily="18" charset="0"/>
              </a:rPr>
              <a:t>Tipo de Cambio Real Multilateral provincial</a:t>
            </a:r>
            <a:endParaRPr lang="es-AR" sz="3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Lucida Bright" panose="02040602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66552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7A11CC-1C1A-A205-4C6C-C90B3F542F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Imagen que contiene Texto&#10;&#10;El contenido generado por IA puede ser incorrecto.">
            <a:extLst>
              <a:ext uri="{FF2B5EF4-FFF2-40B4-BE49-F238E27FC236}">
                <a16:creationId xmlns:a16="http://schemas.microsoft.com/office/drawing/2014/main" id="{C10CEDF8-C788-72B6-E9E6-EBC4268C7B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855"/>
            <a:ext cx="12192000" cy="6857143"/>
          </a:xfrm>
          <a:prstGeom prst="rect">
            <a:avLst/>
          </a:prstGeom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45D6B7AC-C4BB-D67A-E510-0859C1F11532}"/>
              </a:ext>
            </a:extLst>
          </p:cNvPr>
          <p:cNvSpPr txBox="1"/>
          <p:nvPr/>
        </p:nvSpPr>
        <p:spPr>
          <a:xfrm>
            <a:off x="2375555" y="1555423"/>
            <a:ext cx="571264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 err="1"/>
              <a:t>Concentracion</a:t>
            </a:r>
            <a:r>
              <a:rPr lang="es-MX" dirty="0"/>
              <a:t> industrial</a:t>
            </a:r>
          </a:p>
          <a:p>
            <a:r>
              <a:rPr lang="es-AR" dirty="0"/>
              <a:t>Patrones de comercio</a:t>
            </a:r>
          </a:p>
          <a:p>
            <a:r>
              <a:rPr lang="es-AR" dirty="0" err="1"/>
              <a:t>Asimetrias</a:t>
            </a:r>
            <a:r>
              <a:rPr lang="es-AR" dirty="0"/>
              <a:t> productivas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681CB091-B273-1C27-A1C4-4328D4ACE89D}"/>
              </a:ext>
            </a:extLst>
          </p:cNvPr>
          <p:cNvSpPr txBox="1"/>
          <p:nvPr/>
        </p:nvSpPr>
        <p:spPr>
          <a:xfrm>
            <a:off x="2375555" y="3014133"/>
            <a:ext cx="571264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Estudios en estados unidos </a:t>
            </a:r>
            <a:r>
              <a:rPr lang="es-AR" dirty="0"/>
              <a:t>(Clark </a:t>
            </a:r>
            <a:r>
              <a:rPr lang="es-AR" i="1" dirty="0"/>
              <a:t>et al.</a:t>
            </a:r>
            <a:r>
              <a:rPr lang="es-AR" dirty="0"/>
              <a:t> 1999; Harvey y Strauss, 1996)  (Goldberg, 2003)</a:t>
            </a:r>
            <a:r>
              <a:rPr lang="es-MX" dirty="0"/>
              <a:t>, china </a:t>
            </a:r>
            <a:r>
              <a:rPr lang="es-AR" dirty="0"/>
              <a:t>Yan </a:t>
            </a:r>
            <a:r>
              <a:rPr lang="es-AR" i="1" dirty="0"/>
              <a:t>et al.</a:t>
            </a:r>
            <a:r>
              <a:rPr lang="es-AR" dirty="0"/>
              <a:t>, (2016)  </a:t>
            </a:r>
            <a:r>
              <a:rPr lang="es-MX" dirty="0"/>
              <a:t>y rusia </a:t>
            </a:r>
            <a:r>
              <a:rPr lang="es-AR" dirty="0" err="1"/>
              <a:t>Tochkov</a:t>
            </a:r>
            <a:r>
              <a:rPr lang="es-AR" dirty="0"/>
              <a:t> (2021)</a:t>
            </a:r>
            <a:r>
              <a:rPr lang="es-MX" dirty="0"/>
              <a:t> han demostrado que pueden diferir de manera no trivial con los índices nacionales</a:t>
            </a:r>
          </a:p>
          <a:p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15286518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B0882E-AA8A-0ED5-5DA3-5ABCE9786E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Imagen que contiene Texto&#10;&#10;El contenido generado por IA puede ser incorrecto.">
            <a:extLst>
              <a:ext uri="{FF2B5EF4-FFF2-40B4-BE49-F238E27FC236}">
                <a16:creationId xmlns:a16="http://schemas.microsoft.com/office/drawing/2014/main" id="{40FDB3CB-7FF1-4705-787B-8F7AC43C87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1" y="857"/>
            <a:ext cx="12192000" cy="6857143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B5BE83B6-061C-B15A-9A95-DFB8F3E01CE1}"/>
              </a:ext>
            </a:extLst>
          </p:cNvPr>
          <p:cNvSpPr txBox="1"/>
          <p:nvPr/>
        </p:nvSpPr>
        <p:spPr>
          <a:xfrm>
            <a:off x="1346855" y="728133"/>
            <a:ext cx="57126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 err="1"/>
              <a:t>Analisis</a:t>
            </a:r>
            <a:r>
              <a:rPr lang="es-MX" dirty="0"/>
              <a:t> descriptivo</a:t>
            </a:r>
          </a:p>
          <a:p>
            <a:endParaRPr lang="es-AR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8ABD6F65-13CB-C1CF-C18F-FFF5FD4EAE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2788" y="1374464"/>
            <a:ext cx="6200775" cy="2819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0A50C981-7984-2E7C-C8ED-170A3BEF12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28975" y="1385888"/>
            <a:ext cx="5734050" cy="4086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330446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38E6C1-390C-E477-92FB-77F6628054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Imagen que contiene Texto&#10;&#10;El contenido generado por IA puede ser incorrecto.">
            <a:extLst>
              <a:ext uri="{FF2B5EF4-FFF2-40B4-BE49-F238E27FC236}">
                <a16:creationId xmlns:a16="http://schemas.microsoft.com/office/drawing/2014/main" id="{5BE6E915-C0FC-7F06-2A6D-9BBA1444BB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2" y="857"/>
            <a:ext cx="12192000" cy="6857143"/>
          </a:xfrm>
          <a:prstGeom prst="rect">
            <a:avLst/>
          </a:prstGeom>
        </p:spPr>
      </p:pic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D8FE13B4-55BC-BE68-1F9F-6C3843F421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0978671"/>
              </p:ext>
            </p:extLst>
          </p:nvPr>
        </p:nvGraphicFramePr>
        <p:xfrm>
          <a:off x="872490" y="976154"/>
          <a:ext cx="4541520" cy="4069080"/>
        </p:xfrm>
        <a:graphic>
          <a:graphicData uri="http://schemas.openxmlformats.org/drawingml/2006/table">
            <a:tbl>
              <a:tblPr/>
              <a:tblGrid>
                <a:gridCol w="685800">
                  <a:extLst>
                    <a:ext uri="{9D8B030D-6E8A-4147-A177-3AD203B41FA5}">
                      <a16:colId xmlns:a16="http://schemas.microsoft.com/office/drawing/2014/main" val="35125180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131069981"/>
                    </a:ext>
                  </a:extLst>
                </a:gridCol>
                <a:gridCol w="792480">
                  <a:extLst>
                    <a:ext uri="{9D8B030D-6E8A-4147-A177-3AD203B41FA5}">
                      <a16:colId xmlns:a16="http://schemas.microsoft.com/office/drawing/2014/main" val="973783829"/>
                    </a:ext>
                  </a:extLst>
                </a:gridCol>
                <a:gridCol w="792480">
                  <a:extLst>
                    <a:ext uri="{9D8B030D-6E8A-4147-A177-3AD203B41FA5}">
                      <a16:colId xmlns:a16="http://schemas.microsoft.com/office/drawing/2014/main" val="4259639212"/>
                    </a:ext>
                  </a:extLst>
                </a:gridCol>
                <a:gridCol w="792480">
                  <a:extLst>
                    <a:ext uri="{9D8B030D-6E8A-4147-A177-3AD203B41FA5}">
                      <a16:colId xmlns:a16="http://schemas.microsoft.com/office/drawing/2014/main" val="512893843"/>
                    </a:ext>
                  </a:extLst>
                </a:gridCol>
                <a:gridCol w="792480">
                  <a:extLst>
                    <a:ext uri="{9D8B030D-6E8A-4147-A177-3AD203B41FA5}">
                      <a16:colId xmlns:a16="http://schemas.microsoft.com/office/drawing/2014/main" val="3280077628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just" rtl="0" fontAlgn="b">
                        <a:spcBef>
                          <a:spcPts val="1200"/>
                        </a:spcBef>
                        <a:buNone/>
                      </a:pPr>
                      <a:r>
                        <a:rPr lang="es-AR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  <a:endParaRPr lang="es-AR">
                        <a:effectLst/>
                      </a:endParaRPr>
                    </a:p>
                  </a:txBody>
                  <a:tcPr marL="50800" marR="50800" anchor="b">
                    <a:lnL w="864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1200"/>
                        </a:spcBef>
                        <a:buNone/>
                      </a:pPr>
                      <a:r>
                        <a:rPr lang="es-AR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  <a:endParaRPr lang="es-AR">
                        <a:effectLst/>
                      </a:endParaRPr>
                    </a:p>
                  </a:txBody>
                  <a:tcPr marL="50800" marR="50800" anchor="ctr">
                    <a:lnL w="864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rtl="0" fontAlgn="ctr">
                        <a:spcBef>
                          <a:spcPts val="1200"/>
                        </a:spcBef>
                        <a:buNone/>
                      </a:pPr>
                      <a:r>
                        <a:rPr lang="es-AR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Santa Fe</a:t>
                      </a:r>
                      <a:endParaRPr lang="es-AR">
                        <a:effectLst/>
                      </a:endParaRPr>
                    </a:p>
                  </a:txBody>
                  <a:tcPr marL="50800" marR="50800" anchor="ctr">
                    <a:lnL w="864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rtl="0" fontAlgn="ctr">
                        <a:spcBef>
                          <a:spcPts val="1200"/>
                        </a:spcBef>
                        <a:buNone/>
                      </a:pPr>
                      <a:r>
                        <a:rPr lang="es-AR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Argentina</a:t>
                      </a:r>
                      <a:endParaRPr lang="es-AR">
                        <a:effectLst/>
                      </a:endParaRPr>
                    </a:p>
                  </a:txBody>
                  <a:tcPr marL="50800" marR="50800" anchor="ctr">
                    <a:lnL w="864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561394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rtl="0" fontAlgn="b">
                        <a:spcBef>
                          <a:spcPts val="1200"/>
                        </a:spcBef>
                        <a:buNone/>
                      </a:pPr>
                      <a:r>
                        <a:rPr lang="es-AR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Año</a:t>
                      </a:r>
                      <a:endParaRPr lang="es-AR">
                        <a:effectLst/>
                      </a:endParaRPr>
                    </a:p>
                  </a:txBody>
                  <a:tcPr marL="50800" marR="50800" anchor="b">
                    <a:lnL w="864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1200"/>
                        </a:spcBef>
                        <a:buNone/>
                      </a:pPr>
                      <a:r>
                        <a:rPr lang="es-AR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Ranking</a:t>
                      </a:r>
                      <a:endParaRPr lang="es-AR">
                        <a:effectLst/>
                      </a:endParaRPr>
                    </a:p>
                  </a:txBody>
                  <a:tcPr marL="50800" marR="50800" anchor="ctr">
                    <a:lnL w="864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1200"/>
                        </a:spcBef>
                        <a:buNone/>
                      </a:pPr>
                      <a:r>
                        <a:rPr lang="es-AR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País</a:t>
                      </a:r>
                      <a:endParaRPr lang="es-AR">
                        <a:effectLst/>
                      </a:endParaRPr>
                    </a:p>
                  </a:txBody>
                  <a:tcPr marL="50800" marR="50800" anchor="ctr">
                    <a:lnL w="864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1200"/>
                        </a:spcBef>
                        <a:buNone/>
                      </a:pPr>
                      <a:r>
                        <a:rPr lang="es-AR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Porcentaje</a:t>
                      </a:r>
                      <a:endParaRPr lang="es-AR">
                        <a:effectLst/>
                      </a:endParaRPr>
                    </a:p>
                  </a:txBody>
                  <a:tcPr marL="50800" marR="50800" anchor="ctr">
                    <a:lnL w="8649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1200"/>
                        </a:spcBef>
                        <a:buNone/>
                      </a:pPr>
                      <a:r>
                        <a:rPr lang="es-AR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País</a:t>
                      </a:r>
                      <a:endParaRPr lang="es-AR">
                        <a:effectLst/>
                      </a:endParaRPr>
                    </a:p>
                  </a:txBody>
                  <a:tcPr marL="50800" marR="50800" anchor="ctr">
                    <a:lnL w="864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1200"/>
                        </a:spcBef>
                        <a:buNone/>
                      </a:pPr>
                      <a:r>
                        <a:rPr lang="es-AR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Porcentaje</a:t>
                      </a:r>
                      <a:endParaRPr lang="es-AR">
                        <a:effectLst/>
                      </a:endParaRPr>
                    </a:p>
                  </a:txBody>
                  <a:tcPr marL="50800" marR="50800" anchor="ctr">
                    <a:lnL w="8649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5361866"/>
                  </a:ext>
                </a:extLst>
              </a:tr>
              <a:tr h="190500">
                <a:tc rowSpan="5">
                  <a:txBody>
                    <a:bodyPr/>
                    <a:lstStyle/>
                    <a:p>
                      <a:pPr fontAlgn="t">
                        <a:buNone/>
                      </a:pPr>
                      <a:br>
                        <a:rPr lang="es-AR">
                          <a:effectLst/>
                        </a:rPr>
                      </a:br>
                      <a:br>
                        <a:rPr lang="es-AR">
                          <a:effectLst/>
                        </a:rPr>
                      </a:br>
                      <a:endParaRPr lang="es-AR">
                        <a:effectLst/>
                      </a:endParaRPr>
                    </a:p>
                    <a:p>
                      <a:pPr algn="ctr" rtl="0" fontAlgn="t">
                        <a:spcBef>
                          <a:spcPts val="1200"/>
                        </a:spcBef>
                        <a:buNone/>
                      </a:pPr>
                      <a:r>
                        <a:rPr lang="es-AR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2002</a:t>
                      </a:r>
                      <a:endParaRPr lang="es-AR">
                        <a:effectLst/>
                      </a:endParaRPr>
                    </a:p>
                  </a:txBody>
                  <a:tcPr marL="50800" marR="50800">
                    <a:lnL w="864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1200"/>
                        </a:spcBef>
                        <a:buNone/>
                      </a:pPr>
                      <a:r>
                        <a:rPr lang="es-AR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  <a:endParaRPr lang="es-AR">
                        <a:effectLst/>
                      </a:endParaRPr>
                    </a:p>
                  </a:txBody>
                  <a:tcPr marL="50800" marR="50800" anchor="ctr">
                    <a:lnL w="864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ctr">
                        <a:spcBef>
                          <a:spcPts val="1200"/>
                        </a:spcBef>
                        <a:buNone/>
                      </a:pPr>
                      <a:r>
                        <a:rPr lang="es-AR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Brasil</a:t>
                      </a:r>
                      <a:endParaRPr lang="es-AR">
                        <a:effectLst/>
                      </a:endParaRPr>
                    </a:p>
                  </a:txBody>
                  <a:tcPr marL="50800" marR="50800" anchor="ctr">
                    <a:lnL w="864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spcBef>
                          <a:spcPts val="1200"/>
                        </a:spcBef>
                        <a:buNone/>
                      </a:pPr>
                      <a:r>
                        <a:rPr lang="es-AR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8,4</a:t>
                      </a:r>
                      <a:endParaRPr lang="es-AR">
                        <a:effectLst/>
                      </a:endParaRPr>
                    </a:p>
                  </a:txBody>
                  <a:tcPr marL="50800" marR="50800" anchor="ctr">
                    <a:lnL w="8649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spcBef>
                          <a:spcPts val="1200"/>
                        </a:spcBef>
                        <a:buNone/>
                      </a:pPr>
                      <a:r>
                        <a:rPr lang="es-AR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Brasil</a:t>
                      </a:r>
                      <a:endParaRPr lang="es-AR">
                        <a:effectLst/>
                      </a:endParaRPr>
                    </a:p>
                  </a:txBody>
                  <a:tcPr marL="50800" marR="50800" anchor="ctr">
                    <a:lnL w="864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spcBef>
                          <a:spcPts val="1200"/>
                        </a:spcBef>
                        <a:buNone/>
                      </a:pPr>
                      <a:r>
                        <a:rPr lang="es-AR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18,9</a:t>
                      </a:r>
                      <a:endParaRPr lang="es-AR">
                        <a:effectLst/>
                      </a:endParaRPr>
                    </a:p>
                  </a:txBody>
                  <a:tcPr marL="50800" marR="50800" anchor="ctr">
                    <a:lnL w="8649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3998500"/>
                  </a:ext>
                </a:extLst>
              </a:tr>
              <a:tr h="190500">
                <a:tc v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1200"/>
                        </a:spcBef>
                        <a:buNone/>
                      </a:pPr>
                      <a:r>
                        <a:rPr lang="es-AR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  <a:endParaRPr lang="es-AR">
                        <a:effectLst/>
                      </a:endParaRPr>
                    </a:p>
                  </a:txBody>
                  <a:tcPr marL="50800" marR="50800" anchor="ctr">
                    <a:lnL w="864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ctr">
                        <a:spcBef>
                          <a:spcPts val="1200"/>
                        </a:spcBef>
                        <a:buNone/>
                      </a:pPr>
                      <a:r>
                        <a:rPr lang="es-AR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China</a:t>
                      </a:r>
                      <a:endParaRPr lang="es-AR">
                        <a:effectLst/>
                      </a:endParaRPr>
                    </a:p>
                  </a:txBody>
                  <a:tcPr marL="50800" marR="50800" anchor="ctr">
                    <a:lnL w="864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spcBef>
                          <a:spcPts val="1200"/>
                        </a:spcBef>
                        <a:buNone/>
                      </a:pPr>
                      <a:r>
                        <a:rPr lang="es-AR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8,1</a:t>
                      </a:r>
                      <a:endParaRPr lang="es-AR">
                        <a:effectLst/>
                      </a:endParaRPr>
                    </a:p>
                  </a:txBody>
                  <a:tcPr marL="50800" marR="50800" anchor="ctr">
                    <a:lnL w="8649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spcBef>
                          <a:spcPts val="1200"/>
                        </a:spcBef>
                        <a:buNone/>
                      </a:pPr>
                      <a:r>
                        <a:rPr lang="es-AR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Chile</a:t>
                      </a:r>
                      <a:endParaRPr lang="es-AR">
                        <a:effectLst/>
                      </a:endParaRPr>
                    </a:p>
                  </a:txBody>
                  <a:tcPr marL="50800" marR="50800" anchor="ctr">
                    <a:lnL w="864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spcBef>
                          <a:spcPts val="1200"/>
                        </a:spcBef>
                        <a:buNone/>
                      </a:pPr>
                      <a:r>
                        <a:rPr lang="es-AR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11,5</a:t>
                      </a:r>
                      <a:endParaRPr lang="es-AR">
                        <a:effectLst/>
                      </a:endParaRPr>
                    </a:p>
                  </a:txBody>
                  <a:tcPr marL="50800" marR="50800" anchor="ctr">
                    <a:lnL w="8649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74585685"/>
                  </a:ext>
                </a:extLst>
              </a:tr>
              <a:tr h="190500">
                <a:tc v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1200"/>
                        </a:spcBef>
                        <a:buNone/>
                      </a:pPr>
                      <a:r>
                        <a:rPr lang="es-AR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</a:t>
                      </a:r>
                      <a:endParaRPr lang="es-AR">
                        <a:effectLst/>
                      </a:endParaRPr>
                    </a:p>
                  </a:txBody>
                  <a:tcPr marL="50800" marR="50800" anchor="ctr">
                    <a:lnL w="864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ctr">
                        <a:spcBef>
                          <a:spcPts val="1200"/>
                        </a:spcBef>
                        <a:buNone/>
                      </a:pPr>
                      <a:r>
                        <a:rPr lang="es-AR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Italia</a:t>
                      </a:r>
                      <a:endParaRPr lang="es-AR">
                        <a:effectLst/>
                      </a:endParaRPr>
                    </a:p>
                  </a:txBody>
                  <a:tcPr marL="50800" marR="50800" anchor="ctr">
                    <a:lnL w="864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spcBef>
                          <a:spcPts val="1200"/>
                        </a:spcBef>
                        <a:buNone/>
                      </a:pPr>
                      <a:r>
                        <a:rPr lang="es-AR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6,6</a:t>
                      </a:r>
                      <a:endParaRPr lang="es-AR">
                        <a:effectLst/>
                      </a:endParaRPr>
                    </a:p>
                  </a:txBody>
                  <a:tcPr marL="50800" marR="50800" anchor="ctr">
                    <a:lnL w="8649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spcBef>
                          <a:spcPts val="1200"/>
                        </a:spcBef>
                        <a:buNone/>
                      </a:pPr>
                      <a:r>
                        <a:rPr lang="es-AR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USA</a:t>
                      </a:r>
                      <a:endParaRPr lang="es-AR">
                        <a:effectLst/>
                      </a:endParaRPr>
                    </a:p>
                  </a:txBody>
                  <a:tcPr marL="50800" marR="50800" anchor="ctr">
                    <a:lnL w="864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spcBef>
                          <a:spcPts val="1200"/>
                        </a:spcBef>
                        <a:buNone/>
                      </a:pPr>
                      <a:r>
                        <a:rPr lang="es-AR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11,3</a:t>
                      </a:r>
                      <a:endParaRPr lang="es-AR">
                        <a:effectLst/>
                      </a:endParaRPr>
                    </a:p>
                  </a:txBody>
                  <a:tcPr marL="50800" marR="50800" anchor="ctr">
                    <a:lnL w="8649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9833694"/>
                  </a:ext>
                </a:extLst>
              </a:tr>
              <a:tr h="190500">
                <a:tc v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1200"/>
                        </a:spcBef>
                        <a:buNone/>
                      </a:pPr>
                      <a:r>
                        <a:rPr lang="es-AR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</a:t>
                      </a:r>
                      <a:endParaRPr lang="es-AR">
                        <a:effectLst/>
                      </a:endParaRPr>
                    </a:p>
                  </a:txBody>
                  <a:tcPr marL="50800" marR="50800" anchor="ctr">
                    <a:lnL w="864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ctr">
                        <a:spcBef>
                          <a:spcPts val="1200"/>
                        </a:spcBef>
                        <a:buNone/>
                      </a:pPr>
                      <a:r>
                        <a:rPr lang="es-AR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Países Bajos</a:t>
                      </a:r>
                      <a:endParaRPr lang="es-AR">
                        <a:effectLst/>
                      </a:endParaRPr>
                    </a:p>
                  </a:txBody>
                  <a:tcPr marL="50800" marR="50800" anchor="ctr">
                    <a:lnL w="864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spcBef>
                          <a:spcPts val="1200"/>
                        </a:spcBef>
                        <a:buNone/>
                      </a:pPr>
                      <a:r>
                        <a:rPr lang="es-AR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6,4</a:t>
                      </a:r>
                      <a:endParaRPr lang="es-AR">
                        <a:effectLst/>
                      </a:endParaRPr>
                    </a:p>
                  </a:txBody>
                  <a:tcPr marL="50800" marR="50800" anchor="ctr">
                    <a:lnL w="8649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spcBef>
                          <a:spcPts val="1200"/>
                        </a:spcBef>
                        <a:buNone/>
                      </a:pPr>
                      <a:r>
                        <a:rPr lang="es-AR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España</a:t>
                      </a:r>
                      <a:endParaRPr lang="es-AR">
                        <a:effectLst/>
                      </a:endParaRPr>
                    </a:p>
                  </a:txBody>
                  <a:tcPr marL="50800" marR="50800" anchor="ctr">
                    <a:lnL w="864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spcBef>
                          <a:spcPts val="1200"/>
                        </a:spcBef>
                        <a:buNone/>
                      </a:pPr>
                      <a:r>
                        <a:rPr lang="es-AR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4,4</a:t>
                      </a:r>
                      <a:endParaRPr lang="es-AR">
                        <a:effectLst/>
                      </a:endParaRPr>
                    </a:p>
                  </a:txBody>
                  <a:tcPr marL="50800" marR="50800" anchor="ctr">
                    <a:lnL w="8649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89608562"/>
                  </a:ext>
                </a:extLst>
              </a:tr>
              <a:tr h="190500">
                <a:tc v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1200"/>
                        </a:spcBef>
                        <a:buNone/>
                      </a:pPr>
                      <a:r>
                        <a:rPr lang="es-AR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</a:t>
                      </a:r>
                      <a:endParaRPr lang="es-AR">
                        <a:effectLst/>
                      </a:endParaRPr>
                    </a:p>
                  </a:txBody>
                  <a:tcPr marL="50800" marR="50800" anchor="ctr">
                    <a:lnL w="864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ctr">
                        <a:spcBef>
                          <a:spcPts val="1200"/>
                        </a:spcBef>
                        <a:buNone/>
                      </a:pPr>
                      <a:r>
                        <a:rPr lang="es-AR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España</a:t>
                      </a:r>
                      <a:endParaRPr lang="es-AR">
                        <a:effectLst/>
                      </a:endParaRPr>
                    </a:p>
                  </a:txBody>
                  <a:tcPr marL="50800" marR="50800" anchor="ctr">
                    <a:lnL w="864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spcBef>
                          <a:spcPts val="1200"/>
                        </a:spcBef>
                        <a:buNone/>
                      </a:pPr>
                      <a:r>
                        <a:rPr lang="es-AR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6,3</a:t>
                      </a:r>
                      <a:endParaRPr lang="es-AR">
                        <a:effectLst/>
                      </a:endParaRPr>
                    </a:p>
                  </a:txBody>
                  <a:tcPr marL="50800" marR="50800" anchor="ctr">
                    <a:lnL w="8649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spcBef>
                          <a:spcPts val="1200"/>
                        </a:spcBef>
                        <a:buNone/>
                      </a:pPr>
                      <a:r>
                        <a:rPr lang="es-AR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China</a:t>
                      </a:r>
                      <a:endParaRPr lang="es-AR">
                        <a:effectLst/>
                      </a:endParaRPr>
                    </a:p>
                  </a:txBody>
                  <a:tcPr marL="50800" marR="50800" anchor="ctr">
                    <a:lnL w="864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spcBef>
                          <a:spcPts val="1200"/>
                        </a:spcBef>
                        <a:buNone/>
                      </a:pPr>
                      <a:r>
                        <a:rPr lang="es-AR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4,3</a:t>
                      </a:r>
                      <a:endParaRPr lang="es-AR">
                        <a:effectLst/>
                      </a:endParaRPr>
                    </a:p>
                  </a:txBody>
                  <a:tcPr marL="50800" marR="50800" anchor="ctr">
                    <a:lnL w="8649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43425397"/>
                  </a:ext>
                </a:extLst>
              </a:tr>
              <a:tr h="190500">
                <a:tc rowSpan="5">
                  <a:txBody>
                    <a:bodyPr/>
                    <a:lstStyle/>
                    <a:p>
                      <a:pPr fontAlgn="t">
                        <a:buNone/>
                      </a:pPr>
                      <a:br>
                        <a:rPr lang="es-AR">
                          <a:effectLst/>
                        </a:rPr>
                      </a:br>
                      <a:br>
                        <a:rPr lang="es-AR">
                          <a:effectLst/>
                        </a:rPr>
                      </a:br>
                      <a:endParaRPr lang="es-AR">
                        <a:effectLst/>
                      </a:endParaRPr>
                    </a:p>
                    <a:p>
                      <a:pPr algn="ctr" rtl="0" fontAlgn="t">
                        <a:spcBef>
                          <a:spcPts val="1200"/>
                        </a:spcBef>
                        <a:buNone/>
                      </a:pPr>
                      <a:r>
                        <a:rPr lang="es-AR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2012</a:t>
                      </a:r>
                      <a:endParaRPr lang="es-AR">
                        <a:effectLst/>
                      </a:endParaRPr>
                    </a:p>
                  </a:txBody>
                  <a:tcPr marL="50800" marR="50800">
                    <a:lnL w="864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1200"/>
                        </a:spcBef>
                        <a:buNone/>
                      </a:pPr>
                      <a:r>
                        <a:rPr lang="es-AR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  <a:endParaRPr lang="es-AR">
                        <a:effectLst/>
                      </a:endParaRPr>
                    </a:p>
                  </a:txBody>
                  <a:tcPr marL="50800" marR="50800" anchor="ctr">
                    <a:lnL w="864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ctr">
                        <a:spcBef>
                          <a:spcPts val="1200"/>
                        </a:spcBef>
                        <a:buNone/>
                      </a:pPr>
                      <a:r>
                        <a:rPr lang="es-AR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Brasil</a:t>
                      </a:r>
                      <a:endParaRPr lang="es-AR">
                        <a:effectLst/>
                      </a:endParaRPr>
                    </a:p>
                  </a:txBody>
                  <a:tcPr marL="50800" marR="50800" anchor="ctr">
                    <a:lnL w="864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spcBef>
                          <a:spcPts val="1200"/>
                        </a:spcBef>
                        <a:buNone/>
                      </a:pPr>
                      <a:r>
                        <a:rPr lang="es-AR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10,4</a:t>
                      </a:r>
                      <a:endParaRPr lang="es-AR">
                        <a:effectLst/>
                      </a:endParaRPr>
                    </a:p>
                  </a:txBody>
                  <a:tcPr marL="50800" marR="50800" anchor="ctr">
                    <a:lnL w="8649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spcBef>
                          <a:spcPts val="1200"/>
                        </a:spcBef>
                        <a:buNone/>
                      </a:pPr>
                      <a:r>
                        <a:rPr lang="es-AR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Brasil</a:t>
                      </a:r>
                      <a:endParaRPr lang="es-AR">
                        <a:effectLst/>
                      </a:endParaRPr>
                    </a:p>
                  </a:txBody>
                  <a:tcPr marL="50800" marR="50800" anchor="ctr">
                    <a:lnL w="864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spcBef>
                          <a:spcPts val="1200"/>
                        </a:spcBef>
                        <a:buNone/>
                      </a:pPr>
                      <a:r>
                        <a:rPr lang="es-AR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20,6</a:t>
                      </a:r>
                      <a:endParaRPr lang="es-AR">
                        <a:effectLst/>
                      </a:endParaRPr>
                    </a:p>
                  </a:txBody>
                  <a:tcPr marL="50800" marR="50800" anchor="ctr">
                    <a:lnL w="8649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47145059"/>
                  </a:ext>
                </a:extLst>
              </a:tr>
              <a:tr h="190500">
                <a:tc v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1200"/>
                        </a:spcBef>
                        <a:buNone/>
                      </a:pPr>
                      <a:r>
                        <a:rPr lang="es-AR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  <a:endParaRPr lang="es-AR">
                        <a:effectLst/>
                      </a:endParaRPr>
                    </a:p>
                  </a:txBody>
                  <a:tcPr marL="50800" marR="50800" anchor="ctr">
                    <a:lnL w="864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ctr">
                        <a:spcBef>
                          <a:spcPts val="1200"/>
                        </a:spcBef>
                        <a:buNone/>
                      </a:pPr>
                      <a:r>
                        <a:rPr lang="es-AR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España</a:t>
                      </a:r>
                      <a:endParaRPr lang="es-AR">
                        <a:effectLst/>
                      </a:endParaRPr>
                    </a:p>
                  </a:txBody>
                  <a:tcPr marL="50800" marR="50800" anchor="ctr">
                    <a:lnL w="864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spcBef>
                          <a:spcPts val="1200"/>
                        </a:spcBef>
                        <a:buNone/>
                      </a:pPr>
                      <a:r>
                        <a:rPr lang="es-AR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7,1</a:t>
                      </a:r>
                      <a:endParaRPr lang="es-AR">
                        <a:effectLst/>
                      </a:endParaRPr>
                    </a:p>
                  </a:txBody>
                  <a:tcPr marL="50800" marR="50800" anchor="ctr">
                    <a:lnL w="8649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spcBef>
                          <a:spcPts val="1200"/>
                        </a:spcBef>
                        <a:buNone/>
                      </a:pPr>
                      <a:r>
                        <a:rPr lang="es-AR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China</a:t>
                      </a:r>
                      <a:endParaRPr lang="es-AR">
                        <a:effectLst/>
                      </a:endParaRPr>
                    </a:p>
                  </a:txBody>
                  <a:tcPr marL="50800" marR="50800" anchor="ctr">
                    <a:lnL w="864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spcBef>
                          <a:spcPts val="1200"/>
                        </a:spcBef>
                        <a:buNone/>
                      </a:pPr>
                      <a:r>
                        <a:rPr lang="es-AR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6,3</a:t>
                      </a:r>
                      <a:endParaRPr lang="es-AR">
                        <a:effectLst/>
                      </a:endParaRPr>
                    </a:p>
                  </a:txBody>
                  <a:tcPr marL="50800" marR="50800" anchor="ctr">
                    <a:lnL w="8649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8591380"/>
                  </a:ext>
                </a:extLst>
              </a:tr>
              <a:tr h="190500">
                <a:tc v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1200"/>
                        </a:spcBef>
                        <a:buNone/>
                      </a:pPr>
                      <a:r>
                        <a:rPr lang="es-AR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</a:t>
                      </a:r>
                      <a:endParaRPr lang="es-AR">
                        <a:effectLst/>
                      </a:endParaRPr>
                    </a:p>
                  </a:txBody>
                  <a:tcPr marL="50800" marR="50800" anchor="ctr">
                    <a:lnL w="864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ctr">
                        <a:spcBef>
                          <a:spcPts val="1200"/>
                        </a:spcBef>
                        <a:buNone/>
                      </a:pPr>
                      <a:r>
                        <a:rPr lang="es-AR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China</a:t>
                      </a:r>
                      <a:endParaRPr lang="es-AR">
                        <a:effectLst/>
                      </a:endParaRPr>
                    </a:p>
                  </a:txBody>
                  <a:tcPr marL="50800" marR="50800" anchor="ctr">
                    <a:lnL w="864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spcBef>
                          <a:spcPts val="1200"/>
                        </a:spcBef>
                        <a:buNone/>
                      </a:pPr>
                      <a:r>
                        <a:rPr lang="es-AR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6,6</a:t>
                      </a:r>
                      <a:endParaRPr lang="es-AR">
                        <a:effectLst/>
                      </a:endParaRPr>
                    </a:p>
                  </a:txBody>
                  <a:tcPr marL="50800" marR="50800" anchor="ctr">
                    <a:lnL w="8649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spcBef>
                          <a:spcPts val="1200"/>
                        </a:spcBef>
                        <a:buNone/>
                      </a:pPr>
                      <a:r>
                        <a:rPr lang="es-AR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Chile</a:t>
                      </a:r>
                      <a:endParaRPr lang="es-AR">
                        <a:effectLst/>
                      </a:endParaRPr>
                    </a:p>
                  </a:txBody>
                  <a:tcPr marL="50800" marR="50800" anchor="ctr">
                    <a:lnL w="864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spcBef>
                          <a:spcPts val="1200"/>
                        </a:spcBef>
                        <a:buNone/>
                      </a:pPr>
                      <a:r>
                        <a:rPr lang="es-AR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6,3</a:t>
                      </a:r>
                      <a:endParaRPr lang="es-AR">
                        <a:effectLst/>
                      </a:endParaRPr>
                    </a:p>
                  </a:txBody>
                  <a:tcPr marL="50800" marR="50800" anchor="ctr">
                    <a:lnL w="8649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50404591"/>
                  </a:ext>
                </a:extLst>
              </a:tr>
              <a:tr h="190500">
                <a:tc v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1200"/>
                        </a:spcBef>
                        <a:buNone/>
                      </a:pPr>
                      <a:r>
                        <a:rPr lang="es-AR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</a:t>
                      </a:r>
                      <a:endParaRPr lang="es-AR">
                        <a:effectLst/>
                      </a:endParaRPr>
                    </a:p>
                  </a:txBody>
                  <a:tcPr marL="50800" marR="50800" anchor="ctr">
                    <a:lnL w="864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ctr">
                        <a:spcBef>
                          <a:spcPts val="1200"/>
                        </a:spcBef>
                        <a:buNone/>
                      </a:pPr>
                      <a:r>
                        <a:rPr lang="es-AR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Países Bajos</a:t>
                      </a:r>
                      <a:endParaRPr lang="es-AR">
                        <a:effectLst/>
                      </a:endParaRPr>
                    </a:p>
                  </a:txBody>
                  <a:tcPr marL="50800" marR="50800" anchor="ctr">
                    <a:lnL w="864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spcBef>
                          <a:spcPts val="1200"/>
                        </a:spcBef>
                        <a:buNone/>
                      </a:pPr>
                      <a:r>
                        <a:rPr lang="es-AR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4,8</a:t>
                      </a:r>
                      <a:endParaRPr lang="es-AR">
                        <a:effectLst/>
                      </a:endParaRPr>
                    </a:p>
                  </a:txBody>
                  <a:tcPr marL="50800" marR="50800" anchor="ctr">
                    <a:lnL w="8649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spcBef>
                          <a:spcPts val="1200"/>
                        </a:spcBef>
                        <a:buNone/>
                      </a:pPr>
                      <a:r>
                        <a:rPr lang="es-AR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USA</a:t>
                      </a:r>
                      <a:endParaRPr lang="es-AR">
                        <a:effectLst/>
                      </a:endParaRPr>
                    </a:p>
                  </a:txBody>
                  <a:tcPr marL="50800" marR="50800" anchor="ctr">
                    <a:lnL w="864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spcBef>
                          <a:spcPts val="1200"/>
                        </a:spcBef>
                        <a:buNone/>
                      </a:pPr>
                      <a:r>
                        <a:rPr lang="es-AR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5,0</a:t>
                      </a:r>
                      <a:endParaRPr lang="es-AR">
                        <a:effectLst/>
                      </a:endParaRPr>
                    </a:p>
                  </a:txBody>
                  <a:tcPr marL="50800" marR="50800" anchor="ctr">
                    <a:lnL w="8649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23321279"/>
                  </a:ext>
                </a:extLst>
              </a:tr>
              <a:tr h="190500">
                <a:tc v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1200"/>
                        </a:spcBef>
                        <a:buNone/>
                      </a:pPr>
                      <a:r>
                        <a:rPr lang="es-AR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</a:t>
                      </a:r>
                      <a:endParaRPr lang="es-AR">
                        <a:effectLst/>
                      </a:endParaRPr>
                    </a:p>
                  </a:txBody>
                  <a:tcPr marL="50800" marR="50800" anchor="ctr">
                    <a:lnL w="864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ctr">
                        <a:spcBef>
                          <a:spcPts val="1200"/>
                        </a:spcBef>
                        <a:buNone/>
                      </a:pPr>
                      <a:r>
                        <a:rPr lang="es-AR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India</a:t>
                      </a:r>
                      <a:endParaRPr lang="es-AR">
                        <a:effectLst/>
                      </a:endParaRPr>
                    </a:p>
                  </a:txBody>
                  <a:tcPr marL="50800" marR="50800" anchor="ctr">
                    <a:lnL w="864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spcBef>
                          <a:spcPts val="1200"/>
                        </a:spcBef>
                        <a:buNone/>
                      </a:pPr>
                      <a:r>
                        <a:rPr lang="es-AR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4,6</a:t>
                      </a:r>
                      <a:endParaRPr lang="es-AR">
                        <a:effectLst/>
                      </a:endParaRPr>
                    </a:p>
                  </a:txBody>
                  <a:tcPr marL="50800" marR="50800" anchor="ctr">
                    <a:lnL w="8649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spcBef>
                          <a:spcPts val="1200"/>
                        </a:spcBef>
                        <a:buNone/>
                      </a:pPr>
                      <a:r>
                        <a:rPr lang="es-AR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España</a:t>
                      </a:r>
                      <a:endParaRPr lang="es-AR">
                        <a:effectLst/>
                      </a:endParaRPr>
                    </a:p>
                  </a:txBody>
                  <a:tcPr marL="50800" marR="50800" anchor="ctr">
                    <a:lnL w="864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spcBef>
                          <a:spcPts val="1200"/>
                        </a:spcBef>
                        <a:buNone/>
                      </a:pPr>
                      <a:r>
                        <a:rPr lang="es-AR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3,1</a:t>
                      </a:r>
                      <a:endParaRPr lang="es-AR">
                        <a:effectLst/>
                      </a:endParaRPr>
                    </a:p>
                  </a:txBody>
                  <a:tcPr marL="50800" marR="50800" anchor="ctr">
                    <a:lnL w="8649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82384038"/>
                  </a:ext>
                </a:extLst>
              </a:tr>
              <a:tr h="190500">
                <a:tc rowSpan="5">
                  <a:txBody>
                    <a:bodyPr/>
                    <a:lstStyle/>
                    <a:p>
                      <a:pPr fontAlgn="t">
                        <a:buNone/>
                      </a:pPr>
                      <a:br>
                        <a:rPr lang="es-AR">
                          <a:effectLst/>
                        </a:rPr>
                      </a:br>
                      <a:br>
                        <a:rPr lang="es-AR">
                          <a:effectLst/>
                        </a:rPr>
                      </a:br>
                      <a:endParaRPr lang="es-AR">
                        <a:effectLst/>
                      </a:endParaRPr>
                    </a:p>
                    <a:p>
                      <a:pPr algn="ctr" rtl="0" fontAlgn="t">
                        <a:spcBef>
                          <a:spcPts val="1200"/>
                        </a:spcBef>
                        <a:buNone/>
                      </a:pPr>
                      <a:r>
                        <a:rPr lang="es-AR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2024</a:t>
                      </a:r>
                      <a:endParaRPr lang="es-AR">
                        <a:effectLst/>
                      </a:endParaRPr>
                    </a:p>
                  </a:txBody>
                  <a:tcPr marL="50800" marR="50800">
                    <a:lnL w="864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1200"/>
                        </a:spcBef>
                        <a:buNone/>
                      </a:pPr>
                      <a:r>
                        <a:rPr lang="es-AR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  <a:endParaRPr lang="es-AR">
                        <a:effectLst/>
                      </a:endParaRPr>
                    </a:p>
                  </a:txBody>
                  <a:tcPr marL="50800" marR="50800" anchor="ctr">
                    <a:lnL w="864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ctr">
                        <a:spcBef>
                          <a:spcPts val="1200"/>
                        </a:spcBef>
                        <a:buNone/>
                      </a:pPr>
                      <a:r>
                        <a:rPr lang="es-AR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India</a:t>
                      </a:r>
                      <a:endParaRPr lang="es-AR">
                        <a:effectLst/>
                      </a:endParaRPr>
                    </a:p>
                  </a:txBody>
                  <a:tcPr marL="50800" marR="50800" anchor="ctr">
                    <a:lnL w="864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spcBef>
                          <a:spcPts val="1200"/>
                        </a:spcBef>
                        <a:buNone/>
                      </a:pPr>
                      <a:r>
                        <a:rPr lang="es-AR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11,7</a:t>
                      </a:r>
                      <a:endParaRPr lang="es-AR">
                        <a:effectLst/>
                      </a:endParaRPr>
                    </a:p>
                  </a:txBody>
                  <a:tcPr marL="50800" marR="50800" anchor="ctr">
                    <a:lnL w="8649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spcBef>
                          <a:spcPts val="1200"/>
                        </a:spcBef>
                        <a:buNone/>
                      </a:pPr>
                      <a:r>
                        <a:rPr lang="es-AR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Brasil</a:t>
                      </a:r>
                      <a:endParaRPr lang="es-AR">
                        <a:effectLst/>
                      </a:endParaRPr>
                    </a:p>
                  </a:txBody>
                  <a:tcPr marL="50800" marR="50800" anchor="ctr">
                    <a:lnL w="864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spcBef>
                          <a:spcPts val="1200"/>
                        </a:spcBef>
                        <a:buNone/>
                      </a:pPr>
                      <a:r>
                        <a:rPr lang="es-AR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17,0</a:t>
                      </a:r>
                      <a:endParaRPr lang="es-AR">
                        <a:effectLst/>
                      </a:endParaRPr>
                    </a:p>
                  </a:txBody>
                  <a:tcPr marL="50800" marR="50800" anchor="ctr">
                    <a:lnL w="8649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97037611"/>
                  </a:ext>
                </a:extLst>
              </a:tr>
              <a:tr h="190500">
                <a:tc v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1200"/>
                        </a:spcBef>
                        <a:buNone/>
                      </a:pPr>
                      <a:r>
                        <a:rPr lang="es-AR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  <a:endParaRPr lang="es-AR">
                        <a:effectLst/>
                      </a:endParaRPr>
                    </a:p>
                  </a:txBody>
                  <a:tcPr marL="50800" marR="50800" anchor="ctr">
                    <a:lnL w="864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ctr">
                        <a:spcBef>
                          <a:spcPts val="1200"/>
                        </a:spcBef>
                        <a:buNone/>
                      </a:pPr>
                      <a:r>
                        <a:rPr lang="es-AR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Brasil</a:t>
                      </a:r>
                      <a:endParaRPr lang="es-AR">
                        <a:effectLst/>
                      </a:endParaRPr>
                    </a:p>
                  </a:txBody>
                  <a:tcPr marL="50800" marR="50800" anchor="ctr">
                    <a:lnL w="864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spcBef>
                          <a:spcPts val="1200"/>
                        </a:spcBef>
                        <a:buNone/>
                      </a:pPr>
                      <a:r>
                        <a:rPr lang="es-AR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9,4</a:t>
                      </a:r>
                      <a:endParaRPr lang="es-AR">
                        <a:effectLst/>
                      </a:endParaRPr>
                    </a:p>
                  </a:txBody>
                  <a:tcPr marL="50800" marR="50800" anchor="ctr">
                    <a:lnL w="8649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spcBef>
                          <a:spcPts val="1200"/>
                        </a:spcBef>
                        <a:buNone/>
                      </a:pPr>
                      <a:r>
                        <a:rPr lang="es-AR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Chile</a:t>
                      </a:r>
                      <a:endParaRPr lang="es-AR">
                        <a:effectLst/>
                      </a:endParaRPr>
                    </a:p>
                  </a:txBody>
                  <a:tcPr marL="50800" marR="50800" anchor="ctr">
                    <a:lnL w="864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spcBef>
                          <a:spcPts val="1200"/>
                        </a:spcBef>
                        <a:buNone/>
                      </a:pPr>
                      <a:r>
                        <a:rPr lang="es-AR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7,8</a:t>
                      </a:r>
                      <a:endParaRPr lang="es-AR">
                        <a:effectLst/>
                      </a:endParaRPr>
                    </a:p>
                  </a:txBody>
                  <a:tcPr marL="50800" marR="50800" anchor="ctr">
                    <a:lnL w="8649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12916169"/>
                  </a:ext>
                </a:extLst>
              </a:tr>
              <a:tr h="190500">
                <a:tc v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1200"/>
                        </a:spcBef>
                        <a:buNone/>
                      </a:pPr>
                      <a:r>
                        <a:rPr lang="es-AR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</a:t>
                      </a:r>
                      <a:endParaRPr lang="es-AR">
                        <a:effectLst/>
                      </a:endParaRPr>
                    </a:p>
                  </a:txBody>
                  <a:tcPr marL="50800" marR="50800" anchor="ctr">
                    <a:lnL w="864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ctr">
                        <a:spcBef>
                          <a:spcPts val="1200"/>
                        </a:spcBef>
                        <a:buNone/>
                      </a:pPr>
                      <a:r>
                        <a:rPr lang="es-AR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Vietnam</a:t>
                      </a:r>
                      <a:endParaRPr lang="es-AR">
                        <a:effectLst/>
                      </a:endParaRPr>
                    </a:p>
                  </a:txBody>
                  <a:tcPr marL="50800" marR="50800" anchor="ctr">
                    <a:lnL w="864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spcBef>
                          <a:spcPts val="1200"/>
                        </a:spcBef>
                        <a:buNone/>
                      </a:pPr>
                      <a:r>
                        <a:rPr lang="es-AR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8,0</a:t>
                      </a:r>
                      <a:endParaRPr lang="es-AR">
                        <a:effectLst/>
                      </a:endParaRPr>
                    </a:p>
                  </a:txBody>
                  <a:tcPr marL="50800" marR="50800" anchor="ctr">
                    <a:lnL w="8649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spcBef>
                          <a:spcPts val="1200"/>
                        </a:spcBef>
                        <a:buNone/>
                      </a:pPr>
                      <a:r>
                        <a:rPr lang="es-AR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USA</a:t>
                      </a:r>
                      <a:endParaRPr lang="es-AR">
                        <a:effectLst/>
                      </a:endParaRPr>
                    </a:p>
                  </a:txBody>
                  <a:tcPr marL="50800" marR="50800" anchor="ctr">
                    <a:lnL w="864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spcBef>
                          <a:spcPts val="1200"/>
                        </a:spcBef>
                        <a:buNone/>
                      </a:pPr>
                      <a:r>
                        <a:rPr lang="es-AR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7,2</a:t>
                      </a:r>
                      <a:endParaRPr lang="es-AR">
                        <a:effectLst/>
                      </a:endParaRPr>
                    </a:p>
                  </a:txBody>
                  <a:tcPr marL="50800" marR="50800" anchor="ctr">
                    <a:lnL w="8649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494300"/>
                  </a:ext>
                </a:extLst>
              </a:tr>
              <a:tr h="190500">
                <a:tc v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1200"/>
                        </a:spcBef>
                        <a:buNone/>
                      </a:pPr>
                      <a:r>
                        <a:rPr lang="es-AR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</a:t>
                      </a:r>
                      <a:endParaRPr lang="es-AR">
                        <a:effectLst/>
                      </a:endParaRPr>
                    </a:p>
                  </a:txBody>
                  <a:tcPr marL="50800" marR="50800" anchor="ctr">
                    <a:lnL w="864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ctr">
                        <a:spcBef>
                          <a:spcPts val="1200"/>
                        </a:spcBef>
                        <a:buNone/>
                      </a:pPr>
                      <a:r>
                        <a:rPr lang="es-AR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China</a:t>
                      </a:r>
                      <a:endParaRPr lang="es-AR">
                        <a:effectLst/>
                      </a:endParaRPr>
                    </a:p>
                  </a:txBody>
                  <a:tcPr marL="50800" marR="50800" anchor="ctr">
                    <a:lnL w="864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spcBef>
                          <a:spcPts val="1200"/>
                        </a:spcBef>
                        <a:buNone/>
                      </a:pPr>
                      <a:r>
                        <a:rPr lang="es-AR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7,4</a:t>
                      </a:r>
                      <a:endParaRPr lang="es-AR">
                        <a:effectLst/>
                      </a:endParaRPr>
                    </a:p>
                  </a:txBody>
                  <a:tcPr marL="50800" marR="50800" anchor="ctr">
                    <a:lnL w="8649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spcBef>
                          <a:spcPts val="1200"/>
                        </a:spcBef>
                        <a:buNone/>
                      </a:pPr>
                      <a:r>
                        <a:rPr lang="es-AR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China</a:t>
                      </a:r>
                      <a:endParaRPr lang="es-AR">
                        <a:effectLst/>
                      </a:endParaRPr>
                    </a:p>
                  </a:txBody>
                  <a:tcPr marL="50800" marR="50800" anchor="ctr">
                    <a:lnL w="864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spcBef>
                          <a:spcPts val="1200"/>
                        </a:spcBef>
                        <a:buNone/>
                      </a:pPr>
                      <a:r>
                        <a:rPr lang="es-AR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6,7</a:t>
                      </a:r>
                      <a:endParaRPr lang="es-AR">
                        <a:effectLst/>
                      </a:endParaRPr>
                    </a:p>
                  </a:txBody>
                  <a:tcPr marL="50800" marR="50800" anchor="ctr">
                    <a:lnL w="8649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543924"/>
                  </a:ext>
                </a:extLst>
              </a:tr>
              <a:tr h="190500">
                <a:tc v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1200"/>
                        </a:spcBef>
                        <a:buNone/>
                      </a:pPr>
                      <a:r>
                        <a:rPr lang="es-AR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</a:t>
                      </a:r>
                      <a:endParaRPr lang="es-AR">
                        <a:effectLst/>
                      </a:endParaRPr>
                    </a:p>
                  </a:txBody>
                  <a:tcPr marL="50800" marR="50800" anchor="ctr">
                    <a:lnL w="864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ctr">
                        <a:spcBef>
                          <a:spcPts val="1200"/>
                        </a:spcBef>
                        <a:buNone/>
                      </a:pPr>
                      <a:r>
                        <a:rPr lang="es-AR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Chile</a:t>
                      </a:r>
                      <a:endParaRPr lang="es-AR">
                        <a:effectLst/>
                      </a:endParaRPr>
                    </a:p>
                  </a:txBody>
                  <a:tcPr marL="50800" marR="50800" anchor="ctr">
                    <a:lnL w="864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spcBef>
                          <a:spcPts val="1200"/>
                        </a:spcBef>
                        <a:buNone/>
                      </a:pPr>
                      <a:r>
                        <a:rPr lang="es-AR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4,3</a:t>
                      </a:r>
                      <a:endParaRPr lang="es-AR">
                        <a:effectLst/>
                      </a:endParaRPr>
                    </a:p>
                  </a:txBody>
                  <a:tcPr marL="50800" marR="50800" anchor="ctr">
                    <a:lnL w="8649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spcBef>
                          <a:spcPts val="1200"/>
                        </a:spcBef>
                        <a:buNone/>
                      </a:pPr>
                      <a:r>
                        <a:rPr lang="es-AR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India</a:t>
                      </a:r>
                      <a:endParaRPr lang="es-AR">
                        <a:effectLst/>
                      </a:endParaRPr>
                    </a:p>
                  </a:txBody>
                  <a:tcPr marL="50800" marR="50800" anchor="ctr">
                    <a:lnL w="864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spcBef>
                          <a:spcPts val="1200"/>
                        </a:spcBef>
                        <a:buNone/>
                      </a:pPr>
                      <a:r>
                        <a:rPr lang="es-A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4,3</a:t>
                      </a:r>
                      <a:endParaRPr lang="es-AR" dirty="0">
                        <a:effectLst/>
                      </a:endParaRPr>
                    </a:p>
                  </a:txBody>
                  <a:tcPr marL="50800" marR="50800" anchor="ctr">
                    <a:lnL w="8649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2995159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A07648F0-D8B2-B7CC-AEDC-20ED0B7F71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4575" y="5424646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AR" altLang="es-AR" sz="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Fuente: elaboración propia en base a INDEC. </a:t>
            </a:r>
            <a:endParaRPr kumimoji="0" lang="es-AR" altLang="es-AR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s-AR" altLang="es-A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s-AR" altLang="es-A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77999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B5046C-2D12-0C32-D09C-47DC31565D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Imagen que contiene Texto&#10;&#10;El contenido generado por IA puede ser incorrecto.">
            <a:extLst>
              <a:ext uri="{FF2B5EF4-FFF2-40B4-BE49-F238E27FC236}">
                <a16:creationId xmlns:a16="http://schemas.microsoft.com/office/drawing/2014/main" id="{8B26F119-A062-69C3-2559-402447F360C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99" y="857"/>
            <a:ext cx="12192000" cy="6857143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DB2B2130-26AF-3119-EB54-98BD491B557A}"/>
              </a:ext>
            </a:extLst>
          </p:cNvPr>
          <p:cNvSpPr txBox="1"/>
          <p:nvPr/>
        </p:nvSpPr>
        <p:spPr>
          <a:xfrm>
            <a:off x="1499255" y="1032933"/>
            <a:ext cx="57126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/>
              <a:t>(Noguera y </a:t>
            </a:r>
            <a:r>
              <a:rPr lang="es-AR" dirty="0" err="1"/>
              <a:t>Pedrazzi</a:t>
            </a:r>
            <a:r>
              <a:rPr lang="es-AR" dirty="0"/>
              <a:t>, 2020)</a:t>
            </a:r>
            <a:endParaRPr lang="es-MX" dirty="0"/>
          </a:p>
          <a:p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17406476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9B3CF4-9D4E-1F9A-846B-B7566B6AE8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Imagen que contiene Texto&#10;&#10;El contenido generado por IA puede ser incorrecto.">
            <a:extLst>
              <a:ext uri="{FF2B5EF4-FFF2-40B4-BE49-F238E27FC236}">
                <a16:creationId xmlns:a16="http://schemas.microsoft.com/office/drawing/2014/main" id="{DAEF3063-D496-6507-31B4-43B255B02B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7" y="18854"/>
            <a:ext cx="12192000" cy="6857143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BCC49EA3-F184-1E2F-DBF2-5686A9F344F4}"/>
              </a:ext>
            </a:extLst>
          </p:cNvPr>
          <p:cNvSpPr txBox="1"/>
          <p:nvPr/>
        </p:nvSpPr>
        <p:spPr>
          <a:xfrm>
            <a:off x="1499255" y="1032933"/>
            <a:ext cx="5712643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es-MX" dirty="0"/>
              <a:t>Decisiones macro</a:t>
            </a:r>
          </a:p>
          <a:p>
            <a:pPr lvl="1" fontAlgn="base"/>
            <a:r>
              <a:rPr lang="es-MX" dirty="0"/>
              <a:t>Tipo de índice: nominal o real.</a:t>
            </a:r>
          </a:p>
          <a:p>
            <a:pPr lvl="1" fontAlgn="base"/>
            <a:r>
              <a:rPr lang="es-MX" dirty="0"/>
              <a:t>Elección del deflactor de precios externos (PPI, IPC u otras alternativas).</a:t>
            </a:r>
          </a:p>
          <a:p>
            <a:pPr fontAlgn="base"/>
            <a:r>
              <a:rPr lang="es-MX" dirty="0"/>
              <a:t>Decisiones sobre la canasta de socios comerciales</a:t>
            </a:r>
          </a:p>
          <a:p>
            <a:pPr lvl="1" fontAlgn="base"/>
            <a:r>
              <a:rPr lang="es-MX" dirty="0"/>
              <a:t>Esquema de ponderación: bilateral versus multilateral.</a:t>
            </a:r>
          </a:p>
          <a:p>
            <a:pPr lvl="1" fontAlgn="base"/>
            <a:r>
              <a:rPr lang="es-MX" dirty="0"/>
              <a:t>Selección de ponderaciones comerciales: exportaciones, importaciones o comercio total.</a:t>
            </a:r>
          </a:p>
          <a:p>
            <a:pPr lvl="1" fontAlgn="base"/>
            <a:r>
              <a:rPr lang="es-MX" dirty="0"/>
              <a:t>Nivel de agregación del comercio considerado: bienes o bienes y servicios.</a:t>
            </a:r>
          </a:p>
          <a:p>
            <a:pPr fontAlgn="base"/>
            <a:r>
              <a:rPr lang="es-MX" dirty="0"/>
              <a:t>Decisiones de agregación y dinámica del índice</a:t>
            </a:r>
          </a:p>
          <a:p>
            <a:pPr lvl="1" fontAlgn="base"/>
            <a:r>
              <a:rPr lang="es-MX" dirty="0"/>
              <a:t>Tipo de promedio utilizado para la agregación: aritmético o geométrico.</a:t>
            </a:r>
          </a:p>
          <a:p>
            <a:pPr lvl="1" fontAlgn="base"/>
            <a:r>
              <a:rPr lang="es-MX" dirty="0"/>
              <a:t>Actualización temporal de las ponderaciones: pesos fijos o pesos móviles.</a:t>
            </a:r>
          </a:p>
          <a:p>
            <a:pPr lvl="1" fontAlgn="base"/>
            <a:r>
              <a:rPr lang="es-MX" dirty="0"/>
              <a:t>Frecuencia temporal del índice.</a:t>
            </a:r>
          </a:p>
          <a:p>
            <a:endParaRPr lang="es-MX" dirty="0"/>
          </a:p>
          <a:p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11019207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FFA576-7D2D-4544-E852-F15026EEE7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Texto&#10;&#10;El contenido generado por IA puede ser incorrecto.">
            <a:extLst>
              <a:ext uri="{FF2B5EF4-FFF2-40B4-BE49-F238E27FC236}">
                <a16:creationId xmlns:a16="http://schemas.microsoft.com/office/drawing/2014/main" id="{39903DAD-A902-16F3-279B-3C40A3B6E2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28"/>
            <a:ext cx="12192000" cy="6857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905632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287</TotalTime>
  <Words>279</Words>
  <Application>Microsoft Office PowerPoint</Application>
  <PresentationFormat>Panorámica</PresentationFormat>
  <Paragraphs>111</Paragraphs>
  <Slides>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2" baseType="lpstr">
      <vt:lpstr>Aptos</vt:lpstr>
      <vt:lpstr>Aptos Display</vt:lpstr>
      <vt:lpstr>Arial</vt:lpstr>
      <vt:lpstr>Lucida Bright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Katia Ingerman</dc:creator>
  <cp:lastModifiedBy>Yamila Sonder</cp:lastModifiedBy>
  <cp:revision>3</cp:revision>
  <dcterms:created xsi:type="dcterms:W3CDTF">2025-05-30T17:22:38Z</dcterms:created>
  <dcterms:modified xsi:type="dcterms:W3CDTF">2026-02-09T00:58:18Z</dcterms:modified>
</cp:coreProperties>
</file>